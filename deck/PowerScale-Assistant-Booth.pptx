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· ONEFS WEBUI · 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 to your</a:t>
            </a:r>
            <a:endParaRPr lang="en-US" sz="5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cluster.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assistant built into the OneFS console — it answers your admin questions from the official documentation, with sources.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806440"/>
            <a:ext cx="4206240" cy="6400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806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👋  Walk up and ask it anything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15400" y="155448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15400" y="1554480"/>
            <a:ext cx="2697480" cy="64008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Assistant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738360" y="2423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76CE"/>
          </a:solidFill>
          <a:ln/>
        </p:spPr>
      </p:sp>
      <p:sp>
        <p:nvSpPr>
          <p:cNvPr id="12" name="Text 10"/>
          <p:cNvSpPr/>
          <p:nvPr/>
        </p:nvSpPr>
        <p:spPr>
          <a:xfrm>
            <a:off x="97383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add a node?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52560" y="30632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318211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Cluster management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Hardware configuration.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Add node, then join.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52560" y="46177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4617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PROBLEM, IN ONE NUMBER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in 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support cases are questions the documentation already answers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4617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“how do I do X?” and “what does this cluster event mean?”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35040" y="182880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993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35040" y="25420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59752" y="182880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16344F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1993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59752" y="25420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464" y="182880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16344F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993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84464" y="25420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09176" y="182880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16344F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09176" y="1993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09176" y="25420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33888" y="182880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16344F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33888" y="1993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33888" y="25420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3154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is a ticket that didn't need a human.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exists — just not on the screen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admin is looking at.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345643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3474720"/>
            <a:ext cx="914400" cy="91440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console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983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hits a question mid-task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3108960"/>
            <a:ext cx="237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3108960"/>
            <a:ext cx="345643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3474720"/>
            <a:ext cx="914400" cy="91440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36592" y="45262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to search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4983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2,000+ pages of PDFs and KB articles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91272" y="3108960"/>
            <a:ext cx="237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47304" y="3108960"/>
            <a:ext cx="3456432" cy="2468880"/>
          </a:xfrm>
          <a:prstGeom prst="roundRect">
            <a:avLst>
              <a:gd name="adj" fmla="val 3333"/>
            </a:avLst>
          </a:prstGeom>
          <a:solidFill>
            <a:srgbClr val="FFF1E8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3474720"/>
            <a:ext cx="914400" cy="914400"/>
          </a:xfrm>
          <a:prstGeom prst="ellipse">
            <a:avLst/>
          </a:prstGeom>
          <a:solidFill>
            <a:srgbClr val="FCE3CF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🎫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67344" y="45262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a ticket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67344" y="4983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...or just asks Dell support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we put an expert inside the WebUI.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English, right in the console.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come only from the official OneFS 9.12 docs — every one is cited, and it says “I don't know” rather than guess.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official documentation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6817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681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source citation on every answer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52486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2486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made-up commands or values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600" y="1280160"/>
            <a:ext cx="4434840" cy="502920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86600" y="1737360"/>
            <a:ext cx="443484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325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Storage Administration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   Cluster mgmt    File System    Protocols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2423160"/>
            <a:ext cx="21031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7920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0" y="3383280"/>
            <a:ext cx="21031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2377440"/>
            <a:ext cx="1783080" cy="36118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0" y="2377440"/>
            <a:ext cx="178308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Assistant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104120" y="29718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0076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SMB share?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692640" y="3429000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35204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Protocols → Windows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Sharing (SMB).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Create an SMB Share.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Name it, set /ifs path.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9692640" y="4892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CHATBOT IN A TAB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knows your page — and turns answers into actions.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761488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7614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96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Knows where you 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65960" y="31272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Tailors answers to the page you're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761488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7614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4380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you there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43800" y="31272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jump you to the right WebUI screen.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4773168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7731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6596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events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65960" y="5138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an alert into a cause and a fix.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773168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7731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4380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 you the CLI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43800" y="5138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ready to copy in one click.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OTHER BIG TICKET DRIVER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events, explained in plain English.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4754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468880"/>
            <a:ext cx="4754880" cy="54864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Event 920100012 · Critical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in bay 3 on node 10 reported a predictive failure (SMART).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 does this mean? Is my data at risk? What do I do?”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468880"/>
            <a:ext cx="640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➜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92240" y="2468880"/>
            <a:ext cx="5029200" cy="3108960"/>
          </a:xfrm>
          <a:prstGeom prst="roundRect">
            <a:avLst>
              <a:gd name="adj" fmla="val 2647"/>
            </a:avLst>
          </a:prstGeom>
          <a:solidFill>
            <a:srgbClr val="F2F8FF"/>
          </a:solidFill>
          <a:ln w="25400">
            <a:solidFill>
              <a:srgbClr val="0076C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Assistant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3063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drive is predicted to fail. Your data stays protected by OneFS, but you should SmartFail and replace the drive. Run isi devices to confirm, then replace bay 3.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498348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Event Reference Guide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tickets. Faster admins. Fully local.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Deflects the easy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how-to and event questions self-serve, in context.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265176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Lowers the skill barrier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0872" y="36118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admins get senior-level answers, instantly.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265176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the cluster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21624" y="36118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 — no internet, nothing leaves the box.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074920"/>
            <a:ext cx="10972800" cy="1051560"/>
          </a:xfrm>
          <a:prstGeom prst="roundRect">
            <a:avLst>
              <a:gd name="adj" fmla="val 43478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0749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 Try it now on the laptop — ask it anything about OneFS 9.12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PowerScale Assistant — Booth</dc:title>
  <dc:subject>PptxGenJS Presentation</dc:subject>
  <dc:creator>PptxGenJS</dc:creator>
  <cp:lastModifiedBy>PptxGenJS</cp:lastModifiedBy>
  <cp:revision>1</cp:revision>
  <dcterms:created xsi:type="dcterms:W3CDTF">2026-06-18T05:28:06Z</dcterms:created>
  <dcterms:modified xsi:type="dcterms:W3CDTF">2026-06-18T05:28:06Z</dcterms:modified>
</cp:coreProperties>
</file>