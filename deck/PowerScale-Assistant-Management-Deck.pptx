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PROPOSAL  ·  DELL POWERSCALE  ·  MANAGEMENT REVIEW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expert in the console,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2 a.m.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EAF3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documentation-grounded admin assistant embedded in the OneFS WebUI and InsightIQ — running entirely on the customer's cluster.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 built &amp; demonstrated</a:t>
            </a:r>
            <a:pPr indent="0" marL="0">
              <a:buNone/>
            </a:pPr>
            <a:r>
              <a:rPr lang="en-US" sz="125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·    100% local    ·    grounded in official OneFS documentation    ·    nothing leaves the cluster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732520" y="1417320"/>
            <a:ext cx="2788920" cy="41605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32520" y="1417320"/>
            <a:ext cx="2788920" cy="457200"/>
          </a:xfrm>
          <a:prstGeom prst="roundRect">
            <a:avLst>
              <a:gd name="adj" fmla="val 18000"/>
            </a:avLst>
          </a:prstGeom>
          <a:solidFill>
            <a:srgbClr val="0076CE"/>
          </a:solidFill>
          <a:ln/>
        </p:spPr>
      </p:sp>
      <p:sp>
        <p:nvSpPr>
          <p:cNvPr id="8" name="Shape 6"/>
          <p:cNvSpPr/>
          <p:nvPr/>
        </p:nvSpPr>
        <p:spPr>
          <a:xfrm>
            <a:off x="8732520" y="1645920"/>
            <a:ext cx="2788920" cy="228600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9" name="Text 7"/>
          <p:cNvSpPr/>
          <p:nvPr/>
        </p:nvSpPr>
        <p:spPr>
          <a:xfrm>
            <a:off x="8897112" y="1417320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AI Assistant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509760" y="203911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076CE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0" y="2039112"/>
            <a:ext cx="182880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 I add a node?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915400" y="2624328"/>
            <a:ext cx="1783080" cy="2194560"/>
          </a:xfrm>
          <a:prstGeom prst="roundRect">
            <a:avLst>
              <a:gd name="adj" fmla="val 4103"/>
            </a:avLst>
          </a:prstGeom>
          <a:solidFill>
            <a:srgbClr val="F2F6FA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79992" y="2743200"/>
            <a:ext cx="1463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management &gt; Hardware
configuration &gt; Add node.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55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isi devices node add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15400" y="5120640"/>
            <a:ext cx="1243584" cy="274320"/>
          </a:xfrm>
          <a:prstGeom prst="roundRect">
            <a:avLst>
              <a:gd name="adj" fmla="val 16667"/>
            </a:avLst>
          </a:prstGeom>
          <a:solidFill>
            <a:srgbClr val="EAF3FB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0" y="512064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5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Admin Guide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0268712" y="5120640"/>
            <a:ext cx="1111910" cy="274320"/>
          </a:xfrm>
          <a:prstGeom prst="roundRect">
            <a:avLst>
              <a:gd name="adj" fmla="val 16667"/>
            </a:avLst>
          </a:prstGeom>
          <a:solidFill>
            <a:srgbClr val="EAF3FB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68712" y="5120640"/>
            <a:ext cx="11119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5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 Reference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A6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in 5 support cases is an admin asking a question the docs already answer.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A6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~20%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support contacts are “how do I…” administration questions — not product defects.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4754880" cy="1051560"/>
          </a:xfrm>
          <a:prstGeom prst="roundRect">
            <a:avLst>
              <a:gd name="adj" fmla="val 7826"/>
            </a:avLst>
          </a:prstGeom>
          <a:solidFill>
            <a:srgbClr val="EAF3FB"/>
          </a:solidFill>
          <a:ln w="12700">
            <a:solidFill>
              <a:srgbClr val="CFE0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507492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055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caveat.  </a:t>
            </a:r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a working internal estimate. Step one before build is validating it against our support-ticket taxonomy.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65176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EA6A1E"/>
          </a:solidFill>
          <a:ln w="19050">
            <a:solidFill>
              <a:srgbClr val="EA6A1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26517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955280" y="265176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0" y="26517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509760" y="265176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509760" y="265176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400800" y="406908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406908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7955280" y="406908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55280" y="406908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0" y="5394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in 5 = an admin question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PowerScale Admin Assistant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FEELS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that admin waits hours — or reads a 900-page PDF.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storage admin, mid-change, at 2 a.m. Something is unclear and the maintenance clock is running.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25780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9992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A — open a case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comes back in hours, sometimes days. The change stalls, or the admin guesses.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46177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6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Slow, and a cost Dell pays to answer.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743200"/>
            <a:ext cx="525780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9992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B — search the manuals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35204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Dozens of guides, hundreds of pages each. The answer exists — finding it is the needle in the haystack.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37960" y="46177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6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The answer already exists. It's just buried.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Either path: downtime risk, frustration, and a support case for something already documented.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PowerScale Admin Assistant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 the expert where the admin already works.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5780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606040"/>
            <a:ext cx="640080" cy="640080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▦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2606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OneFS WebUI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83080" y="29992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Day-to-day administration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361188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OneFS admin &amp; configuration questions right inside the management console the admin already has open.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2286000"/>
            <a:ext cx="525780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606040"/>
            <a:ext cx="640080" cy="640080"/>
          </a:xfrm>
          <a:prstGeom prst="ellipse">
            <a:avLst/>
          </a:prstGeom>
          <a:solidFill>
            <a:srgbClr val="0E9E6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◧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06640" y="2606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InsightIQ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06640" y="29992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&amp; performance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361188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cluster, performance and alert questions where admins watch the fleet — and explains what an alert means.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engine.  Two surfaces.  Same grounded, cited answers.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PowerScale Admin Assistant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 1  ·  ONEFS WEBUI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with cited sources and copy-ready commands.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931920" cy="411480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3931920" cy="457200"/>
          </a:xfrm>
          <a:prstGeom prst="roundRect">
            <a:avLst>
              <a:gd name="adj" fmla="val 18000"/>
            </a:avLst>
          </a:prstGeom>
          <a:solidFill>
            <a:srgbClr val="0076C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40280"/>
            <a:ext cx="3931920" cy="228600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11680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AI Assistant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60320" y="263347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076CE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2633472"/>
            <a:ext cx="182880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an SMB share?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3218688"/>
            <a:ext cx="2926080" cy="2148840"/>
          </a:xfrm>
          <a:prstGeom prst="roundRect">
            <a:avLst>
              <a:gd name="adj" fmla="val 3404"/>
            </a:avLst>
          </a:prstGeom>
          <a:solidFill>
            <a:srgbClr val="F2F6FA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337560"/>
            <a:ext cx="2606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Protocols &gt; Windows Sharing (SMB).
2. Create an SMB Share; set name + path.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55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isi smb shares create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5669280"/>
            <a:ext cx="1243584" cy="274320"/>
          </a:xfrm>
          <a:prstGeom prst="roundRect">
            <a:avLst>
              <a:gd name="adj" fmla="val 16667"/>
            </a:avLst>
          </a:prstGeom>
          <a:solidFill>
            <a:srgbClr val="EAF3FB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6692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5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Admin Guide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176272" y="5669280"/>
            <a:ext cx="1111910" cy="274320"/>
          </a:xfrm>
          <a:prstGeom prst="roundRect">
            <a:avLst>
              <a:gd name="adj" fmla="val 16667"/>
            </a:avLst>
          </a:prstGeom>
          <a:solidFill>
            <a:srgbClr val="EAF3FB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76272" y="5669280"/>
            <a:ext cx="11119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5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 Reference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029200" y="2130552"/>
            <a:ext cx="402336" cy="402336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96128" y="210312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Q&amp;A with citations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596128" y="2404872"/>
            <a:ext cx="5925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answer points back to the official OneFS guide it came from.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2953512"/>
            <a:ext cx="402336" cy="402336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96128" y="292608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Copy-ready CLI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596128" y="3227832"/>
            <a:ext cx="5925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isi commands render as one-click copy blocks — no re-typing.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3776472"/>
            <a:ext cx="402336" cy="402336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776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596128" y="374904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Click-to-navigate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596128" y="4050792"/>
            <a:ext cx="5925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link straight to the right WebUI page.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599432"/>
            <a:ext cx="402336" cy="402336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4599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596128" y="457200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Explain-this-event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596128" y="4873752"/>
            <a:ext cx="5925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alerts get a plain-English explanation on click.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0" y="5422392"/>
            <a:ext cx="402336" cy="402336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5422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596128" y="539496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Context-aware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5596128" y="5696712"/>
            <a:ext cx="5925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Knows which page the admin is on and tailors suggestions.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PowerScale Admin Assistant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E9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 2  ·  INSIGHTIQ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Adds performance answers and “explain this alert.”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221992"/>
            <a:ext cx="402336" cy="402336"/>
          </a:xfrm>
          <a:prstGeom prst="ellipse">
            <a:avLst/>
          </a:prstGeom>
          <a:solidFill>
            <a:srgbClr val="0E9E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2194560"/>
            <a:ext cx="5833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the WebUI assistant does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07008" y="2496312"/>
            <a:ext cx="5833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grounded engine, same citations — on the InsightIQ console.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136392"/>
            <a:ext cx="402336" cy="402336"/>
          </a:xfrm>
          <a:prstGeom prst="ellipse">
            <a:avLst/>
          </a:prstGeom>
          <a:solidFill>
            <a:srgbClr val="0E9E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36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07008" y="3108960"/>
            <a:ext cx="5833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answers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07008" y="3410712"/>
            <a:ext cx="5833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“Which node is busiest?”, throughput, latency — read from the reports.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50792"/>
            <a:ext cx="402336" cy="402336"/>
          </a:xfrm>
          <a:prstGeom prst="ellipse">
            <a:avLst/>
          </a:prstGeom>
          <a:solidFill>
            <a:srgbClr val="0E9E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07008" y="4023360"/>
            <a:ext cx="5833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this alert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07008" y="4325112"/>
            <a:ext cx="5833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Plain-English cause and fix, grounded in the OneFS Event Reference.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965192"/>
            <a:ext cx="402336" cy="402336"/>
          </a:xfrm>
          <a:prstGeom prst="ellipse">
            <a:avLst/>
          </a:prstGeom>
          <a:solidFill>
            <a:srgbClr val="0E9E6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65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07008" y="4937760"/>
            <a:ext cx="5833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Widest scope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07008" y="5239512"/>
            <a:ext cx="5833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Spans OneFS admin + cluster &amp; performance knowledge in one place.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52360" y="2011680"/>
            <a:ext cx="4069080" cy="411480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80960" y="21945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Alerts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680960" y="2651760"/>
            <a:ext cx="3611880" cy="960120"/>
          </a:xfrm>
          <a:prstGeom prst="roundRect">
            <a:avLst>
              <a:gd name="adj" fmla="val 8571"/>
            </a:avLst>
          </a:prstGeom>
          <a:solidFill>
            <a:srgbClr val="FBF0EC"/>
          </a:solidFill>
          <a:ln w="12700">
            <a:solidFill>
              <a:srgbClr val="F1C9B8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863840" y="2761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6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Warning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0" y="30358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 latency above threshold on node 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104120" y="2724912"/>
            <a:ext cx="1143000" cy="310896"/>
          </a:xfrm>
          <a:prstGeom prst="roundRect">
            <a:avLst>
              <a:gd name="adj" fmla="val 14706"/>
            </a:avLst>
          </a:prstGeom>
          <a:solidFill>
            <a:srgbClr val="0E9E6E"/>
          </a:solidFill>
          <a:ln/>
        </p:spPr>
      </p:sp>
      <p:sp>
        <p:nvSpPr>
          <p:cNvPr id="26" name="Text 24"/>
          <p:cNvSpPr/>
          <p:nvPr/>
        </p:nvSpPr>
        <p:spPr>
          <a:xfrm>
            <a:off x="10104120" y="27249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Explain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80960" y="379476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2F6FA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3931920"/>
            <a:ext cx="3246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0E9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means  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protocol latency usually points to a node under load or a slow client workload.
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0E9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check  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Per-node CPU and connection counts on node 4; rebalance heavy clients.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PowerScale Admin Assistant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PROTOTYPE PROVES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hard part is real: grounded answers from Dell's own documentation.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EFF9F4"/>
          </a:solidFill>
          <a:ln w="12700">
            <a:solidFill>
              <a:srgbClr val="BFE6D5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 —  and it's the product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86207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answer engine — grounded retrieval + generation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337413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full OneFS documentation set as the knowledge base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904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38862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citations on every answer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4416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439826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embedded assistants (WebUI + InsightIQ)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49286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91032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local execution — no cloud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14884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EEF1F4"/>
          </a:solidFill>
          <a:ln w="12700">
            <a:solidFill>
              <a:srgbClr val="D6DBE1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97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MOCKED  —  and only cosmetic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7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286207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console UI — faithful visual replicas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7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337413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dashboard's sample cluster numbers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3904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7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38862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InsightIQ report figures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mocked is cosmetic. What's real is the engine — and the engine is the product.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PowerScale Admin Assistant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retrieval — it answers only from Dell's docs, so a small model is enough.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587752"/>
            <a:ext cx="402336" cy="402336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6060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asks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315468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question in the console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63824" y="28346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01568" y="233172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2587752"/>
            <a:ext cx="402336" cy="402336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78808" y="26060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315468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passages from this version's official docs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25312" y="28346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63056" y="233172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9088" y="2587752"/>
            <a:ext cx="402336" cy="402336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40296" y="26060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19088" y="315468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small on-cluster model, using only those passages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0" y="28346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924544" y="233172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80576" y="2587752"/>
            <a:ext cx="402336" cy="402336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24" name="Text 22"/>
          <p:cNvSpPr/>
          <p:nvPr/>
        </p:nvSpPr>
        <p:spPr>
          <a:xfrm>
            <a:off x="9180576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701784" y="26060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Cited answer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80576" y="315468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returned in the console, with sources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434840"/>
            <a:ext cx="5257800" cy="960120"/>
          </a:xfrm>
          <a:prstGeom prst="roundRect">
            <a:avLst>
              <a:gd name="adj" fmla="val 8571"/>
            </a:avLst>
          </a:prstGeom>
          <a:solidFill>
            <a:srgbClr val="EAF3FB"/>
          </a:solidFill>
          <a:ln w="12700">
            <a:solidFill>
              <a:srgbClr val="CFE0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44348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from the docs  →  </a:t>
            </a:r>
            <a:pPr indent="0" marL="0">
              <a:buNone/>
            </a:pPr>
            <a:r>
              <a:rPr lang="en-US" sz="130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 stays low.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4434840"/>
            <a:ext cx="5257800" cy="960120"/>
          </a:xfrm>
          <a:prstGeom prst="roundRect">
            <a:avLst>
              <a:gd name="adj" fmla="val 8571"/>
            </a:avLst>
          </a:prstGeom>
          <a:solidFill>
            <a:srgbClr val="EAF3FB"/>
          </a:solidFill>
          <a:ln w="12700">
            <a:solidFill>
              <a:srgbClr val="CFE0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37960" y="44348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Summarizes, doesn't memorize  →  </a:t>
            </a:r>
            <a:pPr indent="0" marL="0">
              <a:buNone/>
            </a:pPr>
            <a:r>
              <a:rPr lang="en-US" sz="130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small model fits on-cluster.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wall:  </a:t>
            </a:r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WebUI = OneFS docs only.   InsightIQ = OneFS + cluster &amp; performance.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PowerScale Admin Assistant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E9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&amp;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Grounded, version-matched, and guard-railed on destructive actions.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560320"/>
            <a:ext cx="402336" cy="402336"/>
          </a:xfrm>
          <a:prstGeom prst="ellipse">
            <a:avLst/>
          </a:prstGeom>
          <a:solidFill>
            <a:srgbClr val="0E9E6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5786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Grounded-only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12724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come from official docs with citations — never open-internet guessing.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2860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560320"/>
            <a:ext cx="402336" cy="402336"/>
          </a:xfrm>
          <a:prstGeom prst="ellipse">
            <a:avLst/>
          </a:prstGeom>
          <a:solidFill>
            <a:srgbClr val="0E9E6E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5786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Version-matched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312724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knowledge base ships inside each OneFS release: a 9.13 cluster gets 9.13 answers.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389120"/>
            <a:ext cx="402336" cy="402336"/>
          </a:xfrm>
          <a:prstGeom prst="ellipse">
            <a:avLst/>
          </a:prstGeom>
          <a:solidFill>
            <a:srgbClr val="0E9E6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407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95604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assistant suggests, never executes. Confirm-before-run on any delete or modify.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1148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389120"/>
            <a:ext cx="402336" cy="402336"/>
          </a:xfrm>
          <a:prstGeom prst="ellipse">
            <a:avLst/>
          </a:prstGeom>
          <a:solidFill>
            <a:srgbClr val="0E9E6E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4407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 gate before GA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495604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graded test set of real admin questions, a pass bar, and SME sign-off. No shipping on vibes.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PowerScale Admin Assistant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ON THE CLUSTER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 stays P0 — the assistant runs in the headroom, never the workload.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130552"/>
            <a:ext cx="402336" cy="402336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2103120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footprint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07008" y="2404872"/>
            <a:ext cx="5468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quantized 3B model, ~2–3 GB, loaded once. Retrieval lets us stay small.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44952"/>
            <a:ext cx="402336" cy="402336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07008" y="3017520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Resource-capped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07008" y="3319272"/>
            <a:ext cx="5468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CPU/RAM ceilings. Cache and client I/O always win; throttled first under load.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59352"/>
            <a:ext cx="402336" cy="402336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07008" y="3931920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Bursty, not sustained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07008" y="4233672"/>
            <a:ext cx="5468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only during a question — seconds, not a 24/7 background daemon.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873752"/>
            <a:ext cx="402336" cy="402336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73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07008" y="4846320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Off-box option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07008" y="5148072"/>
            <a:ext cx="5468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Heavy InsightIQ analysis can run on the InsightIQ VM, off the storage node.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2057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node's resources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49440" y="2377440"/>
            <a:ext cx="4480560" cy="1280160"/>
          </a:xfrm>
          <a:prstGeom prst="roundRect">
            <a:avLst>
              <a:gd name="adj" fmla="val 4286"/>
            </a:avLst>
          </a:prstGeom>
          <a:solidFill>
            <a:srgbClr val="E9EEF3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2377440"/>
            <a:ext cx="3046781" cy="1280160"/>
          </a:xfrm>
          <a:prstGeom prst="roundRect">
            <a:avLst>
              <a:gd name="adj" fmla="val 4286"/>
            </a:avLst>
          </a:prstGeom>
          <a:solidFill>
            <a:srgbClr val="0076CE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2377440"/>
            <a:ext cx="304678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I/O + cache — P0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130638" y="2377440"/>
            <a:ext cx="672084" cy="1280160"/>
          </a:xfrm>
          <a:prstGeom prst="roundRect">
            <a:avLst>
              <a:gd name="adj" fmla="val 8163"/>
            </a:avLst>
          </a:prstGeom>
          <a:solidFill>
            <a:srgbClr val="EA6A1E"/>
          </a:solidFill>
          <a:ln/>
        </p:spPr>
      </p:sp>
      <p:sp>
        <p:nvSpPr>
          <p:cNvPr id="25" name="Text 23"/>
          <p:cNvSpPr/>
          <p:nvPr/>
        </p:nvSpPr>
        <p:spPr>
          <a:xfrm>
            <a:off x="10130638" y="2377440"/>
            <a:ext cx="6720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Assistant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47527" y="2377440"/>
            <a:ext cx="5824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head-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49440" y="37947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↑ capped by a resource governor — the assistant can never starve storage.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49440" y="4526280"/>
            <a:ext cx="4480560" cy="1234440"/>
          </a:xfrm>
          <a:prstGeom prst="roundRect">
            <a:avLst>
              <a:gd name="adj" fmla="val 6667"/>
            </a:avLst>
          </a:prstGeom>
          <a:solidFill>
            <a:srgbClr val="FBF0EC"/>
          </a:solidFill>
          <a:ln w="12700">
            <a:solidFill>
              <a:srgbClr val="F1C9B8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78040" y="452628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A6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Phase-0 gate.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 client P99 latency &amp; throughput stay within ~2% with it active — or we ship off-box first.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PowerScale Admin Assistant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E9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on the customer's cluster. Nothing leaves. Nothing calls home.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7040880" cy="3108960"/>
          </a:xfrm>
          <a:prstGeom prst="roundRect">
            <a:avLst>
              <a:gd name="adj" fmla="val 2941"/>
            </a:avLst>
          </a:prstGeom>
          <a:solidFill>
            <a:srgbClr val="EFF9F4"/>
          </a:solidFill>
          <a:ln w="25400">
            <a:solidFill>
              <a:srgbClr val="0E9E6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248716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E9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ENVIRONMENT — AIR-GAPPED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60120" y="3063240"/>
            <a:ext cx="30175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3063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OneFS cluster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51960" y="3063240"/>
            <a:ext cx="30175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51960" y="3063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AI model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4160520"/>
            <a:ext cx="30175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160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base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51960" y="4160520"/>
            <a:ext cx="30175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51960" y="4160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InsightIQ VM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3840480"/>
            <a:ext cx="1005840" cy="0"/>
          </a:xfrm>
          <a:prstGeom prst="line">
            <a:avLst/>
          </a:prstGeom>
          <a:noFill/>
          <a:ln w="25400">
            <a:solidFill>
              <a:srgbClr val="8A97A5"/>
            </a:solidFill>
            <a:prstDash val="dash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0010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732520" y="315468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 w="12700">
            <a:solidFill>
              <a:srgbClr val="D6DBE1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3252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97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Dell / cloud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32520" y="3703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data egress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phone-home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55321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&amp; knowledge base ship in the release package — no download. </a:t>
            </a:r>
            <a:pPr indent="0" marL="0">
              <a:buNone/>
            </a:pPr>
            <a:r>
              <a:rPr lang="en-US" sz="125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data and telemetry never leave the environment.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what lets federal, healthcare, and security-first enterprises say yes.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PowerScale Admin Assistant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Deflect half of admin-question cases → ~10% fewer cases, plus faster onboarding.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66751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51460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~20%</a:t>
            </a:r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admin-question cases</a:t>
            </a:r>
            <a:pPr indent="0" marL="0">
              <a:buNone/>
            </a:pPr>
            <a:r>
              <a:rPr lang="en-US" sz="2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×   </a:t>
            </a:r>
            <a:pPr indent="0" marL="0">
              <a:buNone/>
            </a:pPr>
            <a:r>
              <a:rPr lang="en-US" sz="3400" b="1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~50%</a:t>
            </a:r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self-resolved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60120" y="3429000"/>
            <a:ext cx="603504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5204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 10% </a:t>
            </a:r>
            <a:pPr indent="0" marL="0">
              <a:buNone/>
            </a:pPr>
            <a:r>
              <a:rPr lang="en-US" sz="16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 support cases</a:t>
            </a:r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(target — validated in Phase 0)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680960" y="2240280"/>
            <a:ext cx="3840480" cy="1828800"/>
          </a:xfrm>
          <a:prstGeom prst="roundRect">
            <a:avLst>
              <a:gd name="adj" fmla="val 4500"/>
            </a:avLst>
          </a:prstGeom>
          <a:solidFill>
            <a:srgbClr val="EAF3FB"/>
          </a:solidFill>
          <a:ln w="12700">
            <a:solidFill>
              <a:srgbClr val="CFE0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0956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5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onboarding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09560" y="29260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admins ramp faster — the console teaches itself instead of the manual.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10881360" cy="1691640"/>
          </a:xfrm>
          <a:prstGeom prst="roundRect">
            <a:avLst>
              <a:gd name="adj" fmla="val 4865"/>
            </a:avLst>
          </a:prstGeom>
          <a:solidFill>
            <a:srgbClr val="F5F8FB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5720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we'll prove it — not just claim it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60120" y="5212080"/>
            <a:ext cx="118872" cy="118872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5074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Instrument assistant-resolved vs. escalated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80560" y="5212080"/>
            <a:ext cx="118872" cy="118872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5074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time-to-answer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01000" y="5212080"/>
            <a:ext cx="118872" cy="118872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5074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case-rate: enabled clusters vs. control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PowerScale Admin Assistant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IT FITS  ·  THE ASK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platform: strengthen InsightIQ 6.3 today, OneFS tomorrow.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3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engine can enhance the existing InsightIQ 6.3 assistant — event guide, explain-alerts, admin Q&amp;A. Build once, not a competing effort.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2542032" cy="1965960"/>
          </a:xfrm>
          <a:prstGeom prst="roundRect">
            <a:avLst>
              <a:gd name="adj" fmla="val 4186"/>
            </a:avLst>
          </a:prstGeom>
          <a:solidFill>
            <a:srgbClr val="12314B"/>
          </a:solidFill>
          <a:ln w="12700">
            <a:solidFill>
              <a:srgbClr val="1E4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 the SLA gate + validate the 1-in-5 case number.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63824" y="35661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64992" y="2971800"/>
            <a:ext cx="2542032" cy="1965960"/>
          </a:xfrm>
          <a:prstGeom prst="roundRect">
            <a:avLst>
              <a:gd name="adj" fmla="val 4186"/>
            </a:avLst>
          </a:prstGeom>
          <a:solidFill>
            <a:srgbClr val="12314B"/>
          </a:solidFill>
          <a:ln w="12700">
            <a:solidFill>
              <a:srgbClr val="1E4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93592" y="361188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the InsightIQ assistant off-box — lowest risk. Docs + explain-alert.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88736" y="35661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89904" y="2971800"/>
            <a:ext cx="2542032" cy="1965960"/>
          </a:xfrm>
          <a:prstGeom prst="roundRect">
            <a:avLst>
              <a:gd name="adj" fmla="val 4186"/>
            </a:avLst>
          </a:prstGeom>
          <a:solidFill>
            <a:srgbClr val="12314B"/>
          </a:solidFill>
          <a:ln w="12700">
            <a:solidFill>
              <a:srgbClr val="1E4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18504" y="361188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On-cluster WebUI assistant for F/H nodes, resource-governed.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13648" y="35661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814816" y="2971800"/>
            <a:ext cx="2542032" cy="1965960"/>
          </a:xfrm>
          <a:prstGeom prst="roundRect">
            <a:avLst>
              <a:gd name="adj" fmla="val 4186"/>
            </a:avLst>
          </a:prstGeom>
          <a:solidFill>
            <a:srgbClr val="12314B"/>
          </a:solidFill>
          <a:ln w="12700">
            <a:solidFill>
              <a:srgbClr val="1E4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43416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43416" y="361188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telemetry: “why is my cluster slow right now.”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0076CE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3492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ask:   </a:t>
            </a:r>
            <a:pPr indent="0" marL="0">
              <a:buNone/>
            </a:pPr>
            <a:r>
              <a:rPr lang="en-US" sz="1500" dirty="0">
                <a:solidFill>
                  <a:srgbClr val="EAF3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greenlight Phase 0 — prove the storage-SLA gate and validate the case number, before we invest further.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PowerScale Admin Assistant — Management Proposal</dc:title>
  <dc:subject>PptxGenJS Presentation</dc:subject>
  <dc:creator>PowerScale</dc:creator>
  <cp:lastModifiedBy>PowerScale</cp:lastModifiedBy>
  <cp:revision>1</cp:revision>
  <dcterms:created xsi:type="dcterms:W3CDTF">2026-07-09T02:44:21Z</dcterms:created>
  <dcterms:modified xsi:type="dcterms:W3CDTF">2026-07-09T02:44:21Z</dcterms:modified>
</cp:coreProperties>
</file>