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 PROPOSAL · DELL POWERSCALE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PowerScale Assistant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AF3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expert OneFS administrator, embedded in the console.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100% local</a:t>
            </a:r>
            <a:pPr indent="0" marL="0">
              <a:buNone/>
            </a:pPr>
            <a:r>
              <a:rPr lang="en-US" sz="1300" dirty="0">
                <a:solidFill>
                  <a:srgbClr val="9AA8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grounded in official OneFS 9.12 documentation   ·   nothing leaves the cluster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0" y="141732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0" y="1417320"/>
            <a:ext cx="2697480" cy="64008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9" name="Text 7"/>
          <p:cNvSpPr/>
          <p:nvPr/>
        </p:nvSpPr>
        <p:spPr>
          <a:xfrm>
            <a:off x="9006840" y="14173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Assistant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92640" y="22860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076CE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0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I add a node?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006840" y="292608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304495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Cluster management 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Hardware configuration.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Add node, then join.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06840" y="448056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EAF3FB"/>
          </a:solidFill>
          <a:ln w="12700">
            <a:solidFill>
              <a:srgbClr val="CDDD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44805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Admin Guide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OneFS is powerful — but expert-gated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knowledge to run it exists — it just isn't where the admin is working. So routine questions become tab-switches, guesswork, and Dell support cases.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45643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383280"/>
            <a:ext cx="777240" cy="77724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383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434340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Deep, dense product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484632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official manuals, thousands of pages. Answers exist — buried.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0832" y="3017520"/>
            <a:ext cx="345643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3383280"/>
            <a:ext cx="777240" cy="77724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12" name="Text 10"/>
          <p:cNvSpPr/>
          <p:nvPr/>
        </p:nvSpPr>
        <p:spPr>
          <a:xfrm>
            <a:off x="4690872" y="3383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90872" y="434340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 of the workflow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0872" y="484632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 means leaving the console for a PDF, a KB portal, or a ticket.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1584" y="3017520"/>
            <a:ext cx="345643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21624" y="3383280"/>
            <a:ext cx="777240" cy="777240"/>
          </a:xfrm>
          <a:prstGeom prst="ellipse">
            <a:avLst/>
          </a:prstGeom>
          <a:solidFill>
            <a:srgbClr val="EAF3FB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3383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21624" y="434340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Expert-gated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21624" y="4846320"/>
            <a:ext cx="2816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Junior admins stall on senior knowledge; mistakes drive support load.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CONCEPT — AND THE 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Embedded, cited — and it already works, fully local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423160"/>
            <a:ext cx="5029200" cy="45720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OneFS Storage Administration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   Cluster mgmt    File System    Protocols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8680" y="3108960"/>
            <a:ext cx="2103120" cy="822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 status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68680" y="4069080"/>
            <a:ext cx="2103120" cy="11887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3154680" y="3063240"/>
            <a:ext cx="1783080" cy="2743200"/>
          </a:xfrm>
          <a:prstGeom prst="roundRect">
            <a:avLst>
              <a:gd name="adj" fmla="val 3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3063240"/>
            <a:ext cx="1783080" cy="457200"/>
          </a:xfrm>
          <a:prstGeom prst="rect">
            <a:avLst/>
          </a:prstGeom>
          <a:solidFill>
            <a:srgbClr val="0076CE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30632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Assistant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0" y="365760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0076CE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3657600"/>
            <a:ext cx="11887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an SMB share?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246120" y="4114800"/>
            <a:ext cx="1600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42062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Protocols → Windows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Sharing (SMB).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Create an SMB Share.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Name it, set /ifs path.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3246120" y="55778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EAF3FB"/>
          </a:solidFill>
          <a:ln w="12700">
            <a:solidFill>
              <a:srgbClr val="CDDD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5577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0055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Admin Guide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5989320" y="19659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plain English, in the console. </a:t>
            </a:r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come only from official OneFS docs, with citations — and it says “I don't know” rather than guess.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89320" y="3108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55080" y="3108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in official documentation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89320" y="35661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3566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Cites its sources on every answer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89320" y="4023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55080" y="4023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Says “I don't know” — no hallucination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89320" y="4617720"/>
            <a:ext cx="26974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472744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153912" y="514807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manuals indexed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915400" y="4617720"/>
            <a:ext cx="26974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79992" y="472744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5,205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079992" y="514807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passages searchable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89320" y="5669280"/>
            <a:ext cx="26974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3912" y="577900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0.73–0.79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153912" y="619963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relevance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915400" y="5669280"/>
            <a:ext cx="26974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79992" y="5779008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079992" y="619963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leave the box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6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SHIPS &amp; GROWS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Ships as a sidecar; grows read-only-first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22199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On-cluster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96112" y="2624328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EF2F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6243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Low–Med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2944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Smallest footprint, but inference competes with storage I/O.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2057400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EAF6EF"/>
          </a:solidFill>
          <a:ln w="25400">
            <a:solidFill>
              <a:srgbClr val="1E8E4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222199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Sidecar appliance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26864" y="2624328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1E8E4E"/>
          </a:solidFill>
          <a:ln/>
        </p:spPr>
      </p:sp>
      <p:sp>
        <p:nvSpPr>
          <p:cNvPr id="12" name="Text 10"/>
          <p:cNvSpPr/>
          <p:nvPr/>
        </p:nvSpPr>
        <p:spPr>
          <a:xfrm>
            <a:off x="4626864" y="26243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26864" y="3044952"/>
            <a:ext cx="2944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small VM beside the cluster — off the nodes, air-gap-safe.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2057400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F3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57616" y="222199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CloudIQ / APEX AIOps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57616" y="2624328"/>
            <a:ext cx="1234440" cy="310896"/>
          </a:xfrm>
          <a:prstGeom prst="roundRect">
            <a:avLst>
              <a:gd name="adj" fmla="val 14706"/>
            </a:avLst>
          </a:prstGeom>
          <a:solidFill>
            <a:srgbClr val="EEF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26243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357616" y="3044952"/>
            <a:ext cx="2944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Dell-hosted SaaS for customers who allow connectivity.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earn trust in phases: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4983480"/>
            <a:ext cx="104241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76756" y="4745736"/>
            <a:ext cx="475488" cy="47548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1476756" y="4745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349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 Q&amp;A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669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44468" y="4745736"/>
            <a:ext cx="475488" cy="475488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26" name="Text 24"/>
          <p:cNvSpPr/>
          <p:nvPr/>
        </p:nvSpPr>
        <p:spPr>
          <a:xfrm>
            <a:off x="3744468" y="4745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907792" y="5349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read-only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907792" y="5669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via Platform API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12180" y="4745736"/>
            <a:ext cx="475488" cy="475488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30" name="Text 28"/>
          <p:cNvSpPr/>
          <p:nvPr/>
        </p:nvSpPr>
        <p:spPr>
          <a:xfrm>
            <a:off x="6012180" y="4745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175504" y="5349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actions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175504" y="5669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+ audit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79892" y="4745736"/>
            <a:ext cx="475488" cy="475488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34" name="Text 32"/>
          <p:cNvSpPr/>
          <p:nvPr/>
        </p:nvSpPr>
        <p:spPr>
          <a:xfrm>
            <a:off x="8279892" y="4745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443216" y="5349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Cross-product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443216" y="5669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CloudIQ fleet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547604" y="4745736"/>
            <a:ext cx="475488" cy="475488"/>
          </a:xfrm>
          <a:prstGeom prst="ellipse">
            <a:avLst/>
          </a:prstGeom>
          <a:solidFill>
            <a:srgbClr val="0076CE"/>
          </a:solidFill>
          <a:ln/>
        </p:spPr>
      </p:sp>
      <p:sp>
        <p:nvSpPr>
          <p:cNvPr id="38" name="Text 36"/>
          <p:cNvSpPr/>
          <p:nvPr/>
        </p:nvSpPr>
        <p:spPr>
          <a:xfrm>
            <a:off x="10547604" y="4745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710928" y="5349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E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710928" y="56692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 &amp; predict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tickets. Faster admins. A bet bigger than PowerScale.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14304A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688336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Deflect support cases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96112" y="324612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Admins self-serve from the docs instead of opening Dell cases.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0832" y="246888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14304A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2688336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the expertise barrier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26864" y="324612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Junior admins get senior-level guidance — expanding who can run OneFS.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01584" y="246888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14304A"/>
          </a:solidFill>
          <a:ln w="12700">
            <a:solidFill>
              <a:srgbClr val="2350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57616" y="2688336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product feedback flywheel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357616" y="324612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Anonymized questions reveal doc gaps and unmet needs Dell can't see today.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engine extends across the portfolio:  </a:t>
            </a:r>
            <a:pPr indent="0" marL="0">
              <a:buNone/>
            </a:pPr>
            <a:r>
              <a:rPr lang="en-US" sz="1250" i="1" dirty="0">
                <a:solidFill>
                  <a:srgbClr val="9FC4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PowerStore · PowerEdge (Redfish) · PowerProtect · VxRail — CloudIQ as the hub.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502920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ask: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green-light a Phase 0–1 pilot on a sidecar with two design-partner clusters.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PowerScale Assistant — 5-slide pitch</dc:title>
  <dc:subject>PptxGenJS Presentation</dc:subject>
  <dc:creator>PptxGenJS</dc:creator>
  <cp:lastModifiedBy>PptxGenJS</cp:lastModifiedBy>
  <cp:revision>1</cp:revision>
  <dcterms:created xsi:type="dcterms:W3CDTF">2026-06-14T10:19:00Z</dcterms:created>
  <dcterms:modified xsi:type="dcterms:W3CDTF">2026-06-14T10:19:00Z</dcterms:modified>
</cp:coreProperties>
</file>